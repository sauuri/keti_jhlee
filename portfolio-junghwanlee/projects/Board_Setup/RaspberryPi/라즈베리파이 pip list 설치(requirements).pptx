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29EF8-0C52-42AC-9B1B-7363E60A0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E39F74-7C2E-4205-AC65-EFB9E34B1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A27E1E-A6C7-4A17-9D3B-F600E1A2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11C14B-D1CB-4DA6-B84D-9D61D82C6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63F52C-C6D0-41DB-B3D7-0F0FA7DD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24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32911-F049-4D55-B073-6FDAE13A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586438-D959-4671-B21E-04D4099B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C0BB75-E299-4EAF-8EE9-4E4908D3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742C00-FA21-4BF7-B5CC-D2B85B15A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17E16B-C511-4702-98DA-BFA0BBBBC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88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9EA63-B8E3-46A6-B01B-87D78F5F6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5A2779-DCE9-48A8-80D0-D5699F9C4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263D2A-9001-44C1-8B10-DE6EE939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74C905-4D57-4E9A-80E6-1CBADDC76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CAABBC-7A48-4DC0-9C17-D86627D6B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85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130E8-D5BD-40B8-8806-CA2BB671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67F227-F3DB-4B71-BCC9-BA8DD3A52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D3E756-D24D-41BF-A00E-4C7FA8C21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C490F2-FF6B-45A9-BD49-D89547C02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D30FA9-F97F-4221-AC50-A53157D22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120DE-6273-4B1C-95A4-93A57931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04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78BE6-030E-4845-9BF4-14618CCB1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53E724-06C2-4F06-9C55-18144036D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C4C2A-E38D-40E0-8110-89E8769BC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16CBAD-9C79-496F-92CC-A53727A10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2E213A-5CF9-4175-B8D8-9318A736F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630EC9-A9D6-45D7-B7F6-DAECCC09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180495-4396-4F62-85D9-70CA4DFDC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373320-2A22-4090-8525-FF64139B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12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28D19-97A9-4EC5-982A-3871B2E1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7839DC-D6E1-41DB-BD91-CBBCC9F9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CE08A8-A1BE-4614-B44D-88A4832D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8EDBC2-80F6-4DAC-866F-E84E65048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606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E909AE-E217-4189-91C4-C6CE6401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B45B3E-F780-45D7-8429-783FE2AF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0D0430-B5A9-4930-AFB0-19FFB6E47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64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4CF822-2DA3-4DAF-A33A-FE1A4A50E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5B855A-F62C-4EBD-9AC0-6C277D2CF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78EEF2-F165-4A67-8600-B66AAB9AD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D1358D-B010-4EEE-AC77-557A0483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8178BA-A5C9-4576-94DE-4F80015E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1FDE6A-64F5-46D1-80C9-733AABE6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97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78AB20-674B-4693-B5F0-477D0CC0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1FC3C5D-DA6E-4797-89BE-BA5003DC8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437BE5-1BD7-4360-8BF4-6C43886D6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DA3BB2-B80E-4F85-9F3B-B3B0620B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49AC91-0265-472C-9DB6-FC5E993D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DEB11A-C901-475F-8770-8D79A8F9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46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69FBA5-1CD2-46C2-9B7C-8F5D4FEF6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A17A35-A036-44ED-9D5A-638305800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B7FF0A-818D-4FA0-9E70-0E6E30EE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378AF2-DB1A-477C-B285-2CF21391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CAA07-7A97-4253-8C4D-BE4DB085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073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2CCC23-82EA-4110-9C70-3401B768F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777D7A-4AE6-4AEC-84DF-EDB52B5CB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00221D-42AC-4E03-9B99-44369E24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977E65-624B-487A-9813-8024C3CFE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F8727-FEB4-4BB0-8780-CD4ADFD8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370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F07E48-E1ED-4FF3-8C47-82DD02B2E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7D5C1B-A9F7-403E-BE62-B77990C17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8868AE-5094-4039-BE2B-7E02600A9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4CB58-0E43-4A55-A6D9-15A950364037}" type="datetimeFigureOut">
              <a:rPr lang="ko-KR" altLang="en-US" smtClean="0"/>
              <a:t>2025-03-14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463806-D24A-4187-9246-BAA5F8B58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9E7D6-32A2-483D-B4AF-95DE05707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441B8-C3AD-4FC2-BDA3-3172C1F537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054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8BAE7-7ECC-4F04-9FAE-0E40FCA6E6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 err="1"/>
              <a:t>라즈베리파이</a:t>
            </a:r>
            <a:r>
              <a:rPr lang="ko-KR" altLang="en-US" sz="5400" dirty="0"/>
              <a:t> </a:t>
            </a:r>
            <a:r>
              <a:rPr lang="en-US" altLang="ko-KR" sz="5400" dirty="0"/>
              <a:t>pip list </a:t>
            </a:r>
            <a:r>
              <a:rPr lang="ko-KR" altLang="en-US" sz="5400" dirty="0"/>
              <a:t>설치</a:t>
            </a:r>
            <a:r>
              <a:rPr lang="en-US" altLang="ko-KR" sz="5400" dirty="0"/>
              <a:t>(requirements.txt)</a:t>
            </a:r>
            <a:endParaRPr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DC79F5-0E31-4F9E-A4BE-21802AAAD6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139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9FD67-2E0E-4EAA-B796-2EFC4CD5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14" y="107548"/>
            <a:ext cx="10515600" cy="1325563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현재 설치된 패키지 목록 저장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E12E35-689D-4A9B-B6C0-B67D0E41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014" y="183850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requirements.txt</a:t>
            </a:r>
            <a:r>
              <a:rPr lang="ko-KR" altLang="en-US" sz="2000" dirty="0"/>
              <a:t> 생성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 err="1"/>
              <a:t>라즈베리파이</a:t>
            </a:r>
            <a:r>
              <a:rPr lang="ko-KR" altLang="en-US" sz="2000" dirty="0"/>
              <a:t> </a:t>
            </a:r>
            <a:r>
              <a:rPr lang="en-US" altLang="ko-KR" sz="2000" dirty="0"/>
              <a:t>5</a:t>
            </a:r>
            <a:r>
              <a:rPr lang="ko-KR" altLang="en-US" sz="2000" dirty="0"/>
              <a:t>에서 현재 설치된 패키지 목록을 저장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/>
              <a:t>pip list --format=freeze &gt; requirements.txt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현재 </a:t>
            </a:r>
            <a:r>
              <a:rPr lang="en-US" altLang="ko-KR" sz="2000" dirty="0"/>
              <a:t>pip list</a:t>
            </a:r>
            <a:r>
              <a:rPr lang="ko-KR" altLang="en-US" sz="2000" dirty="0"/>
              <a:t>에서 보이는 모든 패키지가 </a:t>
            </a:r>
            <a:r>
              <a:rPr lang="en-US" altLang="ko-KR" sz="2000" dirty="0"/>
              <a:t>requirements.txt</a:t>
            </a:r>
            <a:r>
              <a:rPr lang="ko-KR" altLang="en-US" sz="2000" dirty="0"/>
              <a:t>에 저장됨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/>
              <a:t>cat requirements.txt </a:t>
            </a:r>
            <a:r>
              <a:rPr lang="ko-KR" altLang="en-US" sz="2000" dirty="0"/>
              <a:t>명령어로 내용 확인 가능</a:t>
            </a:r>
          </a:p>
        </p:txBody>
      </p:sp>
    </p:spTree>
    <p:extLst>
      <p:ext uri="{BB962C8B-B14F-4D97-AF65-F5344CB8AC3E}">
        <p14:creationId xmlns:p14="http://schemas.microsoft.com/office/powerpoint/2010/main" val="201271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20894-27C1-48AD-8BA6-D8AEC45D0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09" y="171941"/>
            <a:ext cx="11719775" cy="132556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2. requirements.txt </a:t>
            </a:r>
            <a:r>
              <a:rPr lang="ko-KR" altLang="en-US" sz="3200" dirty="0"/>
              <a:t>기반으로 </a:t>
            </a:r>
            <a:r>
              <a:rPr lang="en-US" altLang="ko-KR" sz="3200" dirty="0"/>
              <a:t>Wheel </a:t>
            </a:r>
            <a:r>
              <a:rPr lang="ko-KR" altLang="en-US" sz="3200" dirty="0"/>
              <a:t>파일 다운로드 </a:t>
            </a:r>
            <a:r>
              <a:rPr lang="en-US" altLang="ko-KR" sz="3200" dirty="0"/>
              <a:t>(64</a:t>
            </a:r>
            <a:r>
              <a:rPr lang="ko-KR" altLang="en-US" sz="3200" dirty="0"/>
              <a:t>비트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0A971-11FF-4246-8C39-0C3224350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90688"/>
            <a:ext cx="12192000" cy="5167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 err="1"/>
              <a:t>mkdir</a:t>
            </a:r>
            <a:r>
              <a:rPr lang="en-US" altLang="ko-KR" sz="2000" b="1" dirty="0"/>
              <a:t> –p wheelhouse_64bit</a:t>
            </a:r>
            <a:r>
              <a:rPr lang="ko-KR" altLang="en-US" sz="2000" b="1" dirty="0"/>
              <a:t>   </a:t>
            </a:r>
            <a:r>
              <a:rPr lang="en-US" altLang="ko-KR" sz="2000" dirty="0"/>
              <a:t>#</a:t>
            </a:r>
            <a:r>
              <a:rPr lang="ko-KR" altLang="en-US" sz="2000" dirty="0"/>
              <a:t> </a:t>
            </a:r>
            <a:r>
              <a:rPr lang="en-US" altLang="ko-KR" sz="2000" dirty="0"/>
              <a:t>64</a:t>
            </a:r>
            <a:r>
              <a:rPr lang="ko-KR" altLang="en-US" sz="2000" dirty="0"/>
              <a:t>비트 </a:t>
            </a:r>
            <a:r>
              <a:rPr lang="en-US" altLang="ko-KR" sz="2000" dirty="0"/>
              <a:t>Wheel </a:t>
            </a:r>
            <a:r>
              <a:rPr lang="ko-KR" altLang="en-US" sz="2000" dirty="0"/>
              <a:t>파일 저장 폴더 생성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1800" b="1" dirty="0"/>
              <a:t>pip download --only-binary=:all: --platform manylinux2014_aarch64 -d wheelhouse_64bit -r requirements.txt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ko-KR" altLang="en-US" sz="2000" dirty="0"/>
              <a:t>명령어 설명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pip download -&gt; </a:t>
            </a:r>
            <a:r>
              <a:rPr lang="ko-KR" altLang="en-US" sz="2000" dirty="0"/>
              <a:t>패키지 다운로드</a:t>
            </a:r>
            <a:r>
              <a:rPr lang="en-US" altLang="ko-KR" sz="2000" dirty="0"/>
              <a:t>(</a:t>
            </a:r>
            <a:r>
              <a:rPr lang="ko-KR" altLang="en-US" sz="2000" dirty="0"/>
              <a:t>설치 </a:t>
            </a:r>
            <a:r>
              <a:rPr lang="en-US" altLang="ko-KR" sz="2000" dirty="0"/>
              <a:t>X)</a:t>
            </a:r>
          </a:p>
          <a:p>
            <a:pPr marL="0" indent="0">
              <a:buNone/>
            </a:pPr>
            <a:r>
              <a:rPr lang="en-US" altLang="ko-KR" sz="2000" dirty="0"/>
              <a:t>-only-binary=:all: -&gt; </a:t>
            </a:r>
            <a:r>
              <a:rPr lang="ko-KR" altLang="en-US" sz="2000" dirty="0"/>
              <a:t>소스 파일</a:t>
            </a:r>
            <a:r>
              <a:rPr lang="en-US" altLang="ko-KR" sz="2000" dirty="0"/>
              <a:t>(.tar.gz) </a:t>
            </a:r>
            <a:r>
              <a:rPr lang="ko-KR" altLang="en-US" sz="2000" dirty="0"/>
              <a:t>대신 </a:t>
            </a:r>
            <a:r>
              <a:rPr lang="en-US" altLang="ko-KR" sz="2000" dirty="0"/>
              <a:t>.</a:t>
            </a:r>
            <a:r>
              <a:rPr lang="en-US" altLang="ko-KR" sz="2000" dirty="0" err="1"/>
              <a:t>whl</a:t>
            </a:r>
            <a:r>
              <a:rPr lang="ko-KR" altLang="en-US" sz="2000" dirty="0"/>
              <a:t> 파일만 다운로드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-platform manylinux2014_aarch64 -&gt; 64bit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라즈베리파이용</a:t>
            </a:r>
            <a:r>
              <a:rPr lang="en-US" altLang="ko-KR" sz="2000" dirty="0"/>
              <a:t>(aarch64) </a:t>
            </a:r>
            <a:r>
              <a:rPr lang="ko-KR" altLang="en-US" sz="2000" dirty="0"/>
              <a:t>패키지 다운로드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d wheelhouse_64bit -&gt; </a:t>
            </a:r>
            <a:r>
              <a:rPr lang="ko-KR" altLang="en-US" sz="2000" dirty="0" err="1"/>
              <a:t>다운로드된</a:t>
            </a:r>
            <a:r>
              <a:rPr lang="ko-KR" altLang="en-US" sz="2000" dirty="0"/>
              <a:t> </a:t>
            </a:r>
            <a:r>
              <a:rPr lang="en-US" altLang="ko-KR" sz="2000" dirty="0"/>
              <a:t>.</a:t>
            </a:r>
            <a:r>
              <a:rPr lang="en-US" altLang="ko-KR" sz="2000" dirty="0" err="1"/>
              <a:t>whl</a:t>
            </a:r>
            <a:r>
              <a:rPr lang="en-US" altLang="ko-KR" sz="2000" dirty="0"/>
              <a:t> </a:t>
            </a:r>
            <a:r>
              <a:rPr lang="ko-KR" altLang="en-US" sz="2000" dirty="0"/>
              <a:t>파일들을 </a:t>
            </a:r>
            <a:r>
              <a:rPr lang="en-US" altLang="ko-KR" sz="2000" dirty="0"/>
              <a:t>wheelhouse_64bit/ </a:t>
            </a:r>
            <a:r>
              <a:rPr lang="ko-KR" altLang="en-US" sz="2000" dirty="0"/>
              <a:t>폴더에 저장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r requirements.txt -&gt; </a:t>
            </a:r>
            <a:r>
              <a:rPr lang="ko-KR" altLang="en-US" sz="2000" dirty="0"/>
              <a:t>이전 단계에서 저장한 패키지 목록 기반으로 다운로드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이 과정이 끝나면 </a:t>
            </a:r>
            <a:r>
              <a:rPr lang="en-US" altLang="ko-KR" sz="2000" dirty="0"/>
              <a:t>wheelhouse_64bit </a:t>
            </a:r>
            <a:r>
              <a:rPr lang="ko-KR" altLang="en-US" sz="2000" dirty="0"/>
              <a:t>폴더 안에 모든 </a:t>
            </a:r>
            <a:r>
              <a:rPr lang="en-US" altLang="ko-KR" sz="2000" dirty="0"/>
              <a:t>.</a:t>
            </a:r>
            <a:r>
              <a:rPr lang="en-US" altLang="ko-KR" sz="2000" dirty="0" err="1"/>
              <a:t>whl</a:t>
            </a:r>
            <a:r>
              <a:rPr lang="en-US" altLang="ko-KR" sz="2000" dirty="0"/>
              <a:t> </a:t>
            </a:r>
            <a:r>
              <a:rPr lang="ko-KR" altLang="en-US" sz="2000" dirty="0"/>
              <a:t>파일들이 들어 있음   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75256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4A54E-DCF3-47E5-999D-913D78034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25" y="146184"/>
            <a:ext cx="10515600" cy="1325563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다운로드한 </a:t>
            </a:r>
            <a:r>
              <a:rPr lang="en-US" altLang="ko-KR" dirty="0"/>
              <a:t>Wheel </a:t>
            </a:r>
            <a:r>
              <a:rPr lang="ko-KR" altLang="en-US" dirty="0"/>
              <a:t>파일을 </a:t>
            </a:r>
            <a:r>
              <a:rPr lang="en-US" altLang="ko-KR" dirty="0"/>
              <a:t>USB</a:t>
            </a:r>
            <a:r>
              <a:rPr lang="ko-KR" altLang="en-US" dirty="0"/>
              <a:t>에 저장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540A9E-2420-4A68-981A-882D2A96F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076" y="156804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arenBoth"/>
            </a:pPr>
            <a:r>
              <a:rPr lang="en-US" altLang="ko-KR" dirty="0"/>
              <a:t>USB </a:t>
            </a:r>
            <a:r>
              <a:rPr lang="ko-KR" altLang="en-US" dirty="0"/>
              <a:t>드라이브 확인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 err="1"/>
              <a:t>lsblk</a:t>
            </a:r>
            <a:r>
              <a:rPr lang="en-US" altLang="ko-KR" b="1" dirty="0"/>
              <a:t> 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ko-KR" altLang="en-US" dirty="0"/>
              <a:t>일반적으로 </a:t>
            </a:r>
            <a:r>
              <a:rPr lang="en-US" altLang="ko-KR" dirty="0"/>
              <a:t>USB</a:t>
            </a:r>
            <a:r>
              <a:rPr lang="ko-KR" altLang="en-US" dirty="0"/>
              <a:t>는 </a:t>
            </a:r>
            <a:r>
              <a:rPr lang="en-US" altLang="ko-KR" dirty="0"/>
              <a:t>/media/pi/USB_DRIVE_NAME/ </a:t>
            </a:r>
            <a:r>
              <a:rPr lang="ko-KR" altLang="en-US" dirty="0"/>
              <a:t>경로에 </a:t>
            </a:r>
            <a:r>
              <a:rPr lang="ko-KR" altLang="en-US" dirty="0" err="1"/>
              <a:t>마운트됨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만약 자동 </a:t>
            </a:r>
            <a:r>
              <a:rPr lang="ko-KR" altLang="en-US" dirty="0" err="1"/>
              <a:t>마운트되지</a:t>
            </a:r>
            <a:r>
              <a:rPr lang="ko-KR" altLang="en-US" dirty="0"/>
              <a:t> 않았다면</a:t>
            </a:r>
            <a:r>
              <a:rPr lang="en-US" altLang="ko-KR" dirty="0"/>
              <a:t>, </a:t>
            </a:r>
            <a:r>
              <a:rPr lang="ko-KR" altLang="en-US" dirty="0"/>
              <a:t>수동으로 마운트 할 수 있음</a:t>
            </a:r>
            <a:endParaRPr lang="en-US" altLang="ko-KR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 err="1"/>
              <a:t>sudo</a:t>
            </a:r>
            <a:r>
              <a:rPr lang="en-US" altLang="ko-KR" b="1" dirty="0"/>
              <a:t> </a:t>
            </a:r>
            <a:r>
              <a:rPr lang="en-US" altLang="ko-KR" b="1" dirty="0" err="1"/>
              <a:t>mkdir</a:t>
            </a:r>
            <a:r>
              <a:rPr lang="en-US" altLang="ko-KR" b="1" dirty="0"/>
              <a:t> –p /</a:t>
            </a:r>
            <a:r>
              <a:rPr lang="en-US" altLang="ko-KR" b="1" dirty="0" err="1"/>
              <a:t>mnt</a:t>
            </a:r>
            <a:r>
              <a:rPr lang="en-US" altLang="ko-KR" b="1" dirty="0"/>
              <a:t>/</a:t>
            </a:r>
            <a:r>
              <a:rPr lang="en-US" altLang="ko-KR" b="1" dirty="0" err="1"/>
              <a:t>usb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b="1" dirty="0" err="1"/>
              <a:t>sudo</a:t>
            </a:r>
            <a:r>
              <a:rPr lang="en-US" altLang="ko-KR" b="1" dirty="0"/>
              <a:t> mount /dev/sda1 /</a:t>
            </a:r>
            <a:r>
              <a:rPr lang="en-US" altLang="ko-KR" b="1" dirty="0" err="1"/>
              <a:t>mnt</a:t>
            </a:r>
            <a:r>
              <a:rPr lang="en-US" altLang="ko-KR" b="1" dirty="0"/>
              <a:t>/</a:t>
            </a:r>
            <a:r>
              <a:rPr lang="en-US" altLang="ko-KR" b="1" dirty="0" err="1"/>
              <a:t>usb</a:t>
            </a:r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(sda1 </a:t>
            </a:r>
            <a:r>
              <a:rPr lang="ko-KR" altLang="en-US" dirty="0"/>
              <a:t>대신 실제 </a:t>
            </a:r>
            <a:r>
              <a:rPr lang="en-US" altLang="ko-KR" dirty="0"/>
              <a:t>USB </a:t>
            </a:r>
            <a:r>
              <a:rPr lang="ko-KR" altLang="en-US" dirty="0"/>
              <a:t>장치명으로 변경</a:t>
            </a:r>
            <a:r>
              <a:rPr lang="en-US" altLang="ko-KR" dirty="0"/>
              <a:t>)</a:t>
            </a:r>
            <a:endParaRPr lang="en-US" altLang="ko-KR" b="1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1953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47AAE-10E9-4B68-B949-4AD1D358B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55" y="772733"/>
            <a:ext cx="10515600" cy="5661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(2) Wheel </a:t>
            </a:r>
            <a:r>
              <a:rPr lang="ko-KR" altLang="en-US" dirty="0"/>
              <a:t>파일을 </a:t>
            </a:r>
            <a:r>
              <a:rPr lang="en-US" altLang="ko-KR" dirty="0"/>
              <a:t>USB</a:t>
            </a:r>
            <a:r>
              <a:rPr lang="ko-KR" altLang="en-US" dirty="0"/>
              <a:t>로 복사</a:t>
            </a:r>
            <a:endParaRPr lang="en-US" altLang="ko-KR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/>
              <a:t>  cp –r wheelhouse_64bit /media/</a:t>
            </a:r>
            <a:r>
              <a:rPr lang="en-US" altLang="ko-KR" sz="2000" b="1" dirty="0" err="1"/>
              <a:t>keti</a:t>
            </a:r>
            <a:r>
              <a:rPr lang="en-US" altLang="ko-KR" sz="2000" b="1" dirty="0"/>
              <a:t>/USB_DRIVE_NAME/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USB_DRIVE_NAME </a:t>
            </a:r>
            <a:r>
              <a:rPr lang="ko-KR" altLang="en-US" sz="2000" dirty="0"/>
              <a:t>을 실제 </a:t>
            </a:r>
            <a:r>
              <a:rPr lang="en-US" altLang="ko-KR" sz="2000" dirty="0"/>
              <a:t>USB </a:t>
            </a:r>
            <a:r>
              <a:rPr lang="ko-KR" altLang="en-US" sz="2000" dirty="0"/>
              <a:t>마운트 이름으로 변경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USB </a:t>
            </a:r>
            <a:r>
              <a:rPr lang="ko-KR" altLang="en-US" sz="2000" dirty="0"/>
              <a:t>드라이브에 </a:t>
            </a:r>
            <a:r>
              <a:rPr lang="en-US" altLang="ko-KR" sz="2000" dirty="0"/>
              <a:t>wheelhouse_64bit/ </a:t>
            </a:r>
            <a:r>
              <a:rPr lang="ko-KR" altLang="en-US" sz="2000" dirty="0"/>
              <a:t>폴더가 복사됨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USB </a:t>
            </a:r>
            <a:r>
              <a:rPr lang="ko-KR" altLang="en-US" sz="2000" dirty="0"/>
              <a:t>분리 전 </a:t>
            </a:r>
            <a:r>
              <a:rPr lang="ko-KR" altLang="en-US" sz="2000" dirty="0" err="1"/>
              <a:t>언마운트</a:t>
            </a:r>
            <a:r>
              <a:rPr lang="ko-KR" altLang="en-US" sz="2000" dirty="0"/>
              <a:t> 명령어 필수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  </a:t>
            </a:r>
            <a:r>
              <a:rPr lang="en-US" altLang="ko-KR" sz="2000" b="1" dirty="0" err="1"/>
              <a:t>sudo</a:t>
            </a:r>
            <a:r>
              <a:rPr lang="en-US" altLang="ko-KR" sz="2000" b="1" dirty="0"/>
              <a:t> </a:t>
            </a:r>
            <a:r>
              <a:rPr lang="en-US" altLang="ko-KR" sz="2000" b="1" dirty="0" err="1"/>
              <a:t>umount</a:t>
            </a:r>
            <a:r>
              <a:rPr lang="en-US" altLang="ko-KR" sz="2000" b="1" dirty="0"/>
              <a:t> /media/</a:t>
            </a:r>
            <a:r>
              <a:rPr lang="en-US" altLang="ko-KR" sz="2000" b="1" dirty="0" err="1"/>
              <a:t>keti</a:t>
            </a:r>
            <a:r>
              <a:rPr lang="en-US" altLang="ko-KR" sz="2000" b="1" dirty="0"/>
              <a:t>/USB_DRIVE_NAME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099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64A40-BF20-45CF-96BF-BFDD5E24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2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4. 64</a:t>
            </a:r>
            <a:r>
              <a:rPr lang="ko-KR" altLang="en-US" sz="3200" dirty="0"/>
              <a:t>비트 </a:t>
            </a:r>
            <a:r>
              <a:rPr lang="ko-KR" altLang="en-US" sz="3200" dirty="0" err="1"/>
              <a:t>라즈베리파이</a:t>
            </a:r>
            <a:r>
              <a:rPr lang="ko-KR" altLang="en-US" sz="3200" dirty="0"/>
              <a:t> </a:t>
            </a:r>
            <a:r>
              <a:rPr lang="en-US" altLang="ko-KR" sz="3200" dirty="0"/>
              <a:t>3A+</a:t>
            </a:r>
            <a:r>
              <a:rPr lang="ko-KR" altLang="en-US" sz="3200" dirty="0"/>
              <a:t>에서 </a:t>
            </a:r>
            <a:r>
              <a:rPr lang="en-US" altLang="ko-KR" sz="3200" dirty="0"/>
              <a:t>Wheel </a:t>
            </a:r>
            <a:r>
              <a:rPr lang="ko-KR" altLang="en-US" sz="3200" dirty="0"/>
              <a:t>파일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3055E9-3F34-4DD4-AD70-403D7A52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820" y="1325563"/>
            <a:ext cx="11960180" cy="52577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2400" dirty="0"/>
              <a:t>USB</a:t>
            </a:r>
            <a:r>
              <a:rPr lang="ko-KR" altLang="en-US" sz="2400" dirty="0"/>
              <a:t>를 </a:t>
            </a:r>
            <a:r>
              <a:rPr lang="en-US" altLang="ko-KR" sz="2400" dirty="0"/>
              <a:t>64</a:t>
            </a:r>
            <a:r>
              <a:rPr lang="ko-KR" altLang="en-US" sz="2400" dirty="0"/>
              <a:t>비트 </a:t>
            </a:r>
            <a:r>
              <a:rPr lang="ko-KR" altLang="en-US" sz="2400" dirty="0" err="1"/>
              <a:t>라즈베리파이</a:t>
            </a:r>
            <a:r>
              <a:rPr lang="ko-KR" altLang="en-US" sz="2400" dirty="0"/>
              <a:t> </a:t>
            </a:r>
            <a:r>
              <a:rPr lang="en-US" altLang="ko-KR" sz="2400" dirty="0"/>
              <a:t>3A+</a:t>
            </a:r>
            <a:r>
              <a:rPr lang="ko-KR" altLang="en-US" sz="2400" dirty="0"/>
              <a:t>에 연결하고 </a:t>
            </a:r>
            <a:r>
              <a:rPr lang="en-US" altLang="ko-KR" sz="2400" dirty="0"/>
              <a:t>.</a:t>
            </a:r>
            <a:r>
              <a:rPr lang="en-US" altLang="ko-KR" sz="2400" dirty="0" err="1"/>
              <a:t>whl</a:t>
            </a:r>
            <a:r>
              <a:rPr lang="en-US" altLang="ko-KR" sz="2400" dirty="0"/>
              <a:t> </a:t>
            </a:r>
            <a:r>
              <a:rPr lang="ko-KR" altLang="en-US" sz="2400" dirty="0"/>
              <a:t>파일을 설치 진행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457200" indent="-457200">
              <a:buAutoNum type="arabicParenBoth"/>
            </a:pPr>
            <a:r>
              <a:rPr lang="en-US" altLang="ko-KR" sz="2400" dirty="0"/>
              <a:t>USB</a:t>
            </a:r>
            <a:r>
              <a:rPr lang="ko-KR" altLang="en-US" sz="2400" dirty="0"/>
              <a:t>에서 </a:t>
            </a:r>
            <a:r>
              <a:rPr lang="en-US" altLang="ko-KR" sz="2400" dirty="0"/>
              <a:t>.</a:t>
            </a:r>
            <a:r>
              <a:rPr lang="en-US" altLang="ko-KR" sz="2400" dirty="0" err="1"/>
              <a:t>whl</a:t>
            </a:r>
            <a:r>
              <a:rPr lang="en-US" altLang="ko-KR" sz="2400" dirty="0"/>
              <a:t> </a:t>
            </a:r>
            <a:r>
              <a:rPr lang="ko-KR" altLang="en-US" sz="2400" dirty="0"/>
              <a:t>파일을 </a:t>
            </a:r>
            <a:r>
              <a:rPr lang="ko-KR" altLang="en-US" sz="2400" dirty="0" err="1"/>
              <a:t>라즈베리파이</a:t>
            </a:r>
            <a:r>
              <a:rPr lang="ko-KR" altLang="en-US" sz="2400" dirty="0"/>
              <a:t> </a:t>
            </a:r>
            <a:r>
              <a:rPr lang="en-US" altLang="ko-KR" sz="2400" dirty="0"/>
              <a:t>3A+</a:t>
            </a:r>
            <a:r>
              <a:rPr lang="ko-KR" altLang="en-US" sz="2400" dirty="0"/>
              <a:t>로 복사</a:t>
            </a:r>
            <a:endParaRPr lang="en-US" altLang="ko-KR" sz="2400" dirty="0"/>
          </a:p>
          <a:p>
            <a:pPr marL="457200" indent="-457200">
              <a:buAutoNum type="arabicParenBoth"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cp  -r /media/</a:t>
            </a:r>
            <a:r>
              <a:rPr lang="en-US" altLang="ko-KR" sz="2400" b="1" dirty="0" err="1"/>
              <a:t>keti</a:t>
            </a:r>
            <a:r>
              <a:rPr lang="en-US" altLang="ko-KR" sz="2400" b="1" dirty="0"/>
              <a:t>/USB_DRIVE_NAME/wheelhouse_64bit ~/</a:t>
            </a:r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dirty="0"/>
              <a:t>(2) </a:t>
            </a:r>
            <a:r>
              <a:rPr lang="ko-KR" altLang="en-US" sz="2400" dirty="0"/>
              <a:t>모든 </a:t>
            </a:r>
            <a:r>
              <a:rPr lang="en-US" altLang="ko-KR" sz="2400" dirty="0"/>
              <a:t>.</a:t>
            </a:r>
            <a:r>
              <a:rPr lang="en-US" altLang="ko-KR" sz="2400" dirty="0" err="1"/>
              <a:t>whl</a:t>
            </a:r>
            <a:r>
              <a:rPr lang="en-US" altLang="ko-KR" sz="2400" dirty="0"/>
              <a:t> </a:t>
            </a:r>
            <a:r>
              <a:rPr lang="ko-KR" altLang="en-US" sz="2400" dirty="0"/>
              <a:t>파일 한 번에 설치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wheelhouse_64bit </a:t>
            </a:r>
            <a:r>
              <a:rPr lang="ko-KR" altLang="en-US" sz="2400" dirty="0"/>
              <a:t>안의 모든 </a:t>
            </a:r>
            <a:r>
              <a:rPr lang="en-US" altLang="ko-KR" sz="2400" dirty="0"/>
              <a:t>.</a:t>
            </a:r>
            <a:r>
              <a:rPr lang="en-US" altLang="ko-KR" sz="2400" dirty="0" err="1"/>
              <a:t>whl</a:t>
            </a:r>
            <a:r>
              <a:rPr lang="en-US" altLang="ko-KR" sz="2400" dirty="0"/>
              <a:t> </a:t>
            </a:r>
            <a:r>
              <a:rPr lang="ko-KR" altLang="en-US" sz="2400" dirty="0"/>
              <a:t>파일을 한 번에 설치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cd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~/wheelhouse_64bit</a:t>
            </a:r>
          </a:p>
          <a:p>
            <a:pPr marL="0" indent="0">
              <a:buNone/>
            </a:pPr>
            <a:r>
              <a:rPr lang="en-US" altLang="ko-KR" sz="2400" b="1" dirty="0"/>
              <a:t>pip install *.</a:t>
            </a:r>
            <a:r>
              <a:rPr lang="en-US" altLang="ko-KR" sz="2400" b="1" dirty="0" err="1"/>
              <a:t>whl</a:t>
            </a:r>
            <a:r>
              <a:rPr lang="en-US" altLang="ko-KR" sz="2400" b="1" dirty="0"/>
              <a:t> --break-system-packages</a:t>
            </a:r>
          </a:p>
          <a:p>
            <a:pPr marL="0" indent="0">
              <a:buNone/>
            </a:pPr>
            <a:r>
              <a:rPr lang="en-US" altLang="ko-KR" sz="2400" dirty="0"/>
              <a:t>-break-system-packages -&gt; Python 3.11+ </a:t>
            </a:r>
            <a:r>
              <a:rPr lang="ko-KR" altLang="en-US" sz="2400" dirty="0"/>
              <a:t>환경에서 시스템 패키지 설치 제한 해제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135733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785D3-A1BD-43F1-85C7-2000B5A4C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17" y="15906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5. </a:t>
            </a:r>
            <a:r>
              <a:rPr lang="ko-KR" altLang="en-US" sz="3600" dirty="0"/>
              <a:t>설치된 패키지가 제대로 되는지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FBA47C-DC12-4B0F-BEB8-C3E9A3426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/>
              <a:t>python3</a:t>
            </a:r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import </a:t>
            </a:r>
            <a:r>
              <a:rPr lang="en-US" altLang="ko-KR" sz="2000" b="1" dirty="0" err="1"/>
              <a:t>numpy</a:t>
            </a:r>
            <a:r>
              <a:rPr lang="en-US" altLang="ko-KR" sz="2000" b="1" dirty="0"/>
              <a:t> </a:t>
            </a:r>
          </a:p>
          <a:p>
            <a:pPr marL="0" indent="0">
              <a:buNone/>
            </a:pPr>
            <a:r>
              <a:rPr lang="en-US" altLang="ko-KR" sz="2000" b="1" dirty="0"/>
              <a:t>import pandas </a:t>
            </a:r>
          </a:p>
          <a:p>
            <a:pPr marL="0" indent="0">
              <a:buNone/>
            </a:pPr>
            <a:r>
              <a:rPr lang="en-US" altLang="ko-KR" sz="2000" b="1" dirty="0"/>
              <a:t>import </a:t>
            </a:r>
            <a:r>
              <a:rPr lang="en-US" altLang="ko-KR" sz="2000" b="1" dirty="0" err="1"/>
              <a:t>sklearn</a:t>
            </a:r>
            <a:r>
              <a:rPr lang="en-US" altLang="ko-KR" sz="2000" b="1" dirty="0"/>
              <a:t> </a:t>
            </a:r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2000" b="1" dirty="0"/>
              <a:t>print(</a:t>
            </a:r>
            <a:r>
              <a:rPr lang="en-US" altLang="ko-KR" sz="2000" b="1" dirty="0" err="1"/>
              <a:t>numpy</a:t>
            </a:r>
            <a:r>
              <a:rPr lang="en-US" altLang="ko-KR" sz="2000" b="1" dirty="0"/>
              <a:t>.__version__) </a:t>
            </a:r>
          </a:p>
          <a:p>
            <a:pPr marL="0" indent="0">
              <a:buNone/>
            </a:pPr>
            <a:r>
              <a:rPr lang="en-US" altLang="ko-KR" sz="2000" b="1" dirty="0"/>
              <a:t>print(</a:t>
            </a:r>
            <a:r>
              <a:rPr lang="en-US" altLang="ko-KR" sz="2000" b="1" dirty="0" err="1"/>
              <a:t>pandas.__version</a:t>
            </a:r>
            <a:r>
              <a:rPr lang="en-US" altLang="ko-KR" sz="2000" b="1" dirty="0"/>
              <a:t>__) </a:t>
            </a:r>
          </a:p>
          <a:p>
            <a:pPr marL="0" indent="0">
              <a:buNone/>
            </a:pPr>
            <a:r>
              <a:rPr lang="en-US" altLang="ko-KR" sz="2000" b="1" dirty="0"/>
              <a:t>print(</a:t>
            </a:r>
            <a:r>
              <a:rPr lang="en-US" altLang="ko-KR" sz="2000" b="1" dirty="0" err="1"/>
              <a:t>sklearn</a:t>
            </a:r>
            <a:r>
              <a:rPr lang="en-US" altLang="ko-KR" sz="2000" b="1" dirty="0"/>
              <a:t>.__version__)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4318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451</Words>
  <Application>Microsoft Office PowerPoint</Application>
  <PresentationFormat>와이드스크린</PresentationFormat>
  <Paragraphs>70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라즈베리파이 pip list 설치(requirements.txt)</vt:lpstr>
      <vt:lpstr>1. 현재 설치된 패키지 목록 저장</vt:lpstr>
      <vt:lpstr>2. requirements.txt 기반으로 Wheel 파일 다운로드 (64비트)</vt:lpstr>
      <vt:lpstr>3. 다운로드한 Wheel 파일을 USB에 저장</vt:lpstr>
      <vt:lpstr>PowerPoint 프레젠테이션</vt:lpstr>
      <vt:lpstr>4. 64비트 라즈베리파이 3A+에서 Wheel 파일 설치</vt:lpstr>
      <vt:lpstr>5. 설치된 패키지가 제대로 되는지 확인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라즈베리파이 pip list 설치(requirements.txt)</dc:title>
  <dc:creator>정환 이</dc:creator>
  <cp:lastModifiedBy>정환 이</cp:lastModifiedBy>
  <cp:revision>28</cp:revision>
  <dcterms:created xsi:type="dcterms:W3CDTF">2025-03-14T05:17:50Z</dcterms:created>
  <dcterms:modified xsi:type="dcterms:W3CDTF">2025-03-14T06:04:51Z</dcterms:modified>
</cp:coreProperties>
</file>